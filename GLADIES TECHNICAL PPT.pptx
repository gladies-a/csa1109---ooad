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DB7A21-0B04-47EC-B079-930AA3A3304B}" v="109" dt="2026-07-23T02:58:13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ladiesathisayam@gmail.com" userId="000f695ca613efac" providerId="LiveId" clId="{C30A280F-7FA7-4237-AFD2-C8E4B638BF2F}"/>
    <pc:docChg chg="undo custSel addSld delSld modSld sldOrd modMainMaster">
      <pc:chgData name="gladiesathisayam@gmail.com" userId="000f695ca613efac" providerId="LiveId" clId="{C30A280F-7FA7-4237-AFD2-C8E4B638BF2F}" dt="2026-07-23T04:43:46.658" v="543" actId="1076"/>
      <pc:docMkLst>
        <pc:docMk/>
      </pc:docMkLst>
      <pc:sldChg chg="addSp delSp modSp mod setBg chgLayout">
        <pc:chgData name="gladiesathisayam@gmail.com" userId="000f695ca613efac" providerId="LiveId" clId="{C30A280F-7FA7-4237-AFD2-C8E4B638BF2F}" dt="2026-07-23T02:54:17.676" v="536"/>
        <pc:sldMkLst>
          <pc:docMk/>
          <pc:sldMk cId="0" sldId="256"/>
        </pc:sldMkLst>
        <pc:spChg chg="mod">
          <ac:chgData name="gladiesathisayam@gmail.com" userId="000f695ca613efac" providerId="LiveId" clId="{C30A280F-7FA7-4237-AFD2-C8E4B638BF2F}" dt="2026-07-22T17:03:08.798" v="282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6:59:17.151" v="188" actId="122"/>
          <ac:spMkLst>
            <pc:docMk/>
            <pc:sldMk cId="0" sldId="256"/>
            <ac:spMk id="6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6:59:33.943" v="191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00:17.607" v="209" actId="1036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gladiesathisayam@gmail.com" userId="000f695ca613efac" providerId="LiveId" clId="{C30A280F-7FA7-4237-AFD2-C8E4B638BF2F}" dt="2026-07-23T02:41:00.263" v="532" actId="478"/>
          <ac:spMkLst>
            <pc:docMk/>
            <pc:sldMk cId="0" sldId="256"/>
            <ac:spMk id="9" creationId="{00000000-0000-0000-0000-000000000000}"/>
          </ac:spMkLst>
        </pc:spChg>
        <pc:spChg chg="add mod">
          <ac:chgData name="gladiesathisayam@gmail.com" userId="000f695ca613efac" providerId="LiveId" clId="{C30A280F-7FA7-4237-AFD2-C8E4B638BF2F}" dt="2026-07-22T17:00:12.449" v="196" actId="403"/>
          <ac:spMkLst>
            <pc:docMk/>
            <pc:sldMk cId="0" sldId="256"/>
            <ac:spMk id="10" creationId="{3B1F7562-B74E-70AD-50D7-3AB145119172}"/>
          </ac:spMkLst>
        </pc:spChg>
      </pc:sldChg>
      <pc:sldChg chg="delSp modSp mod setBg">
        <pc:chgData name="gladiesathisayam@gmail.com" userId="000f695ca613efac" providerId="LiveId" clId="{C30A280F-7FA7-4237-AFD2-C8E4B638BF2F}" dt="2026-07-22T17:07:37.942" v="355" actId="6549"/>
        <pc:sldMkLst>
          <pc:docMk/>
          <pc:sldMk cId="0" sldId="257"/>
        </pc:sldMkLst>
        <pc:spChg chg="mod">
          <ac:chgData name="gladiesathisayam@gmail.com" userId="000f695ca613efac" providerId="LiveId" clId="{C30A280F-7FA7-4237-AFD2-C8E4B638BF2F}" dt="2026-07-22T17:03:38.108" v="295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03:42.892" v="296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04:03.526" v="300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03:55.543" v="299" actId="404"/>
          <ac:spMkLst>
            <pc:docMk/>
            <pc:sldMk cId="0" sldId="257"/>
            <ac:spMk id="5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05:39.005" v="327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04:56.743" v="309" actId="403"/>
          <ac:spMkLst>
            <pc:docMk/>
            <pc:sldMk cId="0" sldId="257"/>
            <ac:spMk id="10" creationId="{00000000-0000-0000-0000-000000000000}"/>
          </ac:spMkLst>
        </pc:spChg>
        <pc:spChg chg="del">
          <ac:chgData name="gladiesathisayam@gmail.com" userId="000f695ca613efac" providerId="LiveId" clId="{C30A280F-7FA7-4237-AFD2-C8E4B638BF2F}" dt="2026-07-22T17:04:11.459" v="301" actId="478"/>
          <ac:spMkLst>
            <pc:docMk/>
            <pc:sldMk cId="0" sldId="257"/>
            <ac:spMk id="11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05:44.642" v="328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05:02.801" v="312" actId="403"/>
          <ac:spMkLst>
            <pc:docMk/>
            <pc:sldMk cId="0" sldId="257"/>
            <ac:spMk id="16" creationId="{00000000-0000-0000-0000-000000000000}"/>
          </ac:spMkLst>
        </pc:spChg>
        <pc:spChg chg="del">
          <ac:chgData name="gladiesathisayam@gmail.com" userId="000f695ca613efac" providerId="LiveId" clId="{C30A280F-7FA7-4237-AFD2-C8E4B638BF2F}" dt="2026-07-22T17:04:15.518" v="302" actId="478"/>
          <ac:spMkLst>
            <pc:docMk/>
            <pc:sldMk cId="0" sldId="257"/>
            <ac:spMk id="17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05:50.099" v="329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05:09.167" v="315" actId="403"/>
          <ac:spMkLst>
            <pc:docMk/>
            <pc:sldMk cId="0" sldId="257"/>
            <ac:spMk id="22" creationId="{00000000-0000-0000-0000-000000000000}"/>
          </ac:spMkLst>
        </pc:spChg>
        <pc:spChg chg="del">
          <ac:chgData name="gladiesathisayam@gmail.com" userId="000f695ca613efac" providerId="LiveId" clId="{C30A280F-7FA7-4237-AFD2-C8E4B638BF2F}" dt="2026-07-22T17:04:19.438" v="303" actId="478"/>
          <ac:spMkLst>
            <pc:docMk/>
            <pc:sldMk cId="0" sldId="257"/>
            <ac:spMk id="23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06:02.948" v="335" actId="1038"/>
          <ac:spMkLst>
            <pc:docMk/>
            <pc:sldMk cId="0" sldId="257"/>
            <ac:spMk id="24" creationId="{00000000-0000-0000-0000-000000000000}"/>
          </ac:spMkLst>
        </pc:spChg>
        <pc:spChg chg="del mod">
          <ac:chgData name="gladiesathisayam@gmail.com" userId="000f695ca613efac" providerId="LiveId" clId="{C30A280F-7FA7-4237-AFD2-C8E4B638BF2F}" dt="2026-07-22T17:07:33.406" v="354" actId="478"/>
          <ac:spMkLst>
            <pc:docMk/>
            <pc:sldMk cId="0" sldId="257"/>
            <ac:spMk id="25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07:37.942" v="355" actId="6549"/>
          <ac:spMkLst>
            <pc:docMk/>
            <pc:sldMk cId="0" sldId="257"/>
            <ac:spMk id="26" creationId="{00000000-0000-0000-0000-000000000000}"/>
          </ac:spMkLst>
        </pc:spChg>
      </pc:sldChg>
      <pc:sldChg chg="delSp modSp mod setBg">
        <pc:chgData name="gladiesathisayam@gmail.com" userId="000f695ca613efac" providerId="LiveId" clId="{C30A280F-7FA7-4237-AFD2-C8E4B638BF2F}" dt="2026-07-22T17:08:03.093" v="358" actId="1076"/>
        <pc:sldMkLst>
          <pc:docMk/>
          <pc:sldMk cId="0" sldId="258"/>
        </pc:sldMkLst>
        <pc:spChg chg="del">
          <ac:chgData name="gladiesathisayam@gmail.com" userId="000f695ca613efac" providerId="LiveId" clId="{C30A280F-7FA7-4237-AFD2-C8E4B638BF2F}" dt="2026-07-22T17:06:26.714" v="337" actId="478"/>
          <ac:spMkLst>
            <pc:docMk/>
            <pc:sldMk cId="0" sldId="258"/>
            <ac:spMk id="2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08:03.093" v="358" actId="1076"/>
          <ac:spMkLst>
            <pc:docMk/>
            <pc:sldMk cId="0" sldId="258"/>
            <ac:spMk id="3" creationId="{00000000-0000-0000-0000-000000000000}"/>
          </ac:spMkLst>
        </pc:spChg>
        <pc:spChg chg="del">
          <ac:chgData name="gladiesathisayam@gmail.com" userId="000f695ca613efac" providerId="LiveId" clId="{C30A280F-7FA7-4237-AFD2-C8E4B638BF2F}" dt="2026-07-22T17:06:18.984" v="336" actId="478"/>
          <ac:spMkLst>
            <pc:docMk/>
            <pc:sldMk cId="0" sldId="258"/>
            <ac:spMk id="4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06:34.382" v="339" actId="403"/>
          <ac:spMkLst>
            <pc:docMk/>
            <pc:sldMk cId="0" sldId="258"/>
            <ac:spMk id="6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07:12.788" v="351" actId="403"/>
          <ac:spMkLst>
            <pc:docMk/>
            <pc:sldMk cId="0" sldId="258"/>
            <ac:spMk id="8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07:07.357" v="349" actId="403"/>
          <ac:spMkLst>
            <pc:docMk/>
            <pc:sldMk cId="0" sldId="258"/>
            <ac:spMk id="10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07:01.790" v="347" actId="403"/>
          <ac:spMkLst>
            <pc:docMk/>
            <pc:sldMk cId="0" sldId="258"/>
            <ac:spMk id="12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06:49.100" v="343" actId="403"/>
          <ac:spMkLst>
            <pc:docMk/>
            <pc:sldMk cId="0" sldId="258"/>
            <ac:spMk id="22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06:56.825" v="345" actId="403"/>
          <ac:spMkLst>
            <pc:docMk/>
            <pc:sldMk cId="0" sldId="258"/>
            <ac:spMk id="24" creationId="{00000000-0000-0000-0000-000000000000}"/>
          </ac:spMkLst>
        </pc:spChg>
        <pc:spChg chg="del">
          <ac:chgData name="gladiesathisayam@gmail.com" userId="000f695ca613efac" providerId="LiveId" clId="{C30A280F-7FA7-4237-AFD2-C8E4B638BF2F}" dt="2026-07-22T17:07:25.574" v="352" actId="478"/>
          <ac:spMkLst>
            <pc:docMk/>
            <pc:sldMk cId="0" sldId="258"/>
            <ac:spMk id="25" creationId="{00000000-0000-0000-0000-000000000000}"/>
          </ac:spMkLst>
        </pc:spChg>
      </pc:sldChg>
      <pc:sldChg chg="delSp modSp mod setBg">
        <pc:chgData name="gladiesathisayam@gmail.com" userId="000f695ca613efac" providerId="LiveId" clId="{C30A280F-7FA7-4237-AFD2-C8E4B638BF2F}" dt="2026-07-23T02:58:13.128" v="540" actId="12"/>
        <pc:sldMkLst>
          <pc:docMk/>
          <pc:sldMk cId="0" sldId="259"/>
        </pc:sldMkLst>
        <pc:spChg chg="del">
          <ac:chgData name="gladiesathisayam@gmail.com" userId="000f695ca613efac" providerId="LiveId" clId="{C30A280F-7FA7-4237-AFD2-C8E4B638BF2F}" dt="2026-07-22T17:08:08.670" v="359" actId="478"/>
          <ac:spMkLst>
            <pc:docMk/>
            <pc:sldMk cId="0" sldId="259"/>
            <ac:spMk id="2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08:16.772" v="362" actId="403"/>
          <ac:spMkLst>
            <pc:docMk/>
            <pc:sldMk cId="0" sldId="259"/>
            <ac:spMk id="3" creationId="{00000000-0000-0000-0000-000000000000}"/>
          </ac:spMkLst>
        </pc:spChg>
        <pc:spChg chg="del">
          <ac:chgData name="gladiesathisayam@gmail.com" userId="000f695ca613efac" providerId="LiveId" clId="{C30A280F-7FA7-4237-AFD2-C8E4B638BF2F}" dt="2026-07-22T17:08:10.909" v="360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13:16.179" v="398" actId="20577"/>
          <ac:spMkLst>
            <pc:docMk/>
            <pc:sldMk cId="0" sldId="259"/>
            <ac:spMk id="6" creationId="{00000000-0000-0000-0000-000000000000}"/>
          </ac:spMkLst>
        </pc:spChg>
        <pc:spChg chg="del">
          <ac:chgData name="gladiesathisayam@gmail.com" userId="000f695ca613efac" providerId="LiveId" clId="{C30A280F-7FA7-4237-AFD2-C8E4B638BF2F}" dt="2026-07-22T17:09:12.991" v="375" actId="478"/>
          <ac:spMkLst>
            <pc:docMk/>
            <pc:sldMk cId="0" sldId="259"/>
            <ac:spMk id="7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3T02:58:13.128" v="540" actId="12"/>
          <ac:spMkLst>
            <pc:docMk/>
            <pc:sldMk cId="0" sldId="259"/>
            <ac:spMk id="8" creationId="{00000000-0000-0000-0000-000000000000}"/>
          </ac:spMkLst>
        </pc:spChg>
        <pc:spChg chg="del">
          <ac:chgData name="gladiesathisayam@gmail.com" userId="000f695ca613efac" providerId="LiveId" clId="{C30A280F-7FA7-4237-AFD2-C8E4B638BF2F}" dt="2026-07-22T17:09:10.777" v="374" actId="478"/>
          <ac:spMkLst>
            <pc:docMk/>
            <pc:sldMk cId="0" sldId="259"/>
            <ac:spMk id="9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3T02:58:12.727" v="539" actId="12"/>
          <ac:spMkLst>
            <pc:docMk/>
            <pc:sldMk cId="0" sldId="259"/>
            <ac:spMk id="10" creationId="{00000000-0000-0000-0000-000000000000}"/>
          </ac:spMkLst>
        </pc:spChg>
        <pc:spChg chg="del">
          <ac:chgData name="gladiesathisayam@gmail.com" userId="000f695ca613efac" providerId="LiveId" clId="{C30A280F-7FA7-4237-AFD2-C8E4B638BF2F}" dt="2026-07-22T17:09:08.307" v="373" actId="478"/>
          <ac:spMkLst>
            <pc:docMk/>
            <pc:sldMk cId="0" sldId="259"/>
            <ac:spMk id="11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10:06.745" v="383" actId="12"/>
          <ac:spMkLst>
            <pc:docMk/>
            <pc:sldMk cId="0" sldId="259"/>
            <ac:spMk id="12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10:46.261" v="388" actId="403"/>
          <ac:spMkLst>
            <pc:docMk/>
            <pc:sldMk cId="0" sldId="259"/>
            <ac:spMk id="22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08:33.962" v="366" actId="403"/>
          <ac:spMkLst>
            <pc:docMk/>
            <pc:sldMk cId="0" sldId="259"/>
            <ac:spMk id="24" creationId="{00000000-0000-0000-0000-000000000000}"/>
          </ac:spMkLst>
        </pc:spChg>
        <pc:spChg chg="del">
          <ac:chgData name="gladiesathisayam@gmail.com" userId="000f695ca613efac" providerId="LiveId" clId="{C30A280F-7FA7-4237-AFD2-C8E4B638BF2F}" dt="2026-07-22T17:10:34.768" v="384" actId="478"/>
          <ac:spMkLst>
            <pc:docMk/>
            <pc:sldMk cId="0" sldId="259"/>
            <ac:spMk id="25" creationId="{00000000-0000-0000-0000-000000000000}"/>
          </ac:spMkLst>
        </pc:spChg>
      </pc:sldChg>
      <pc:sldChg chg="delSp modSp mod setBg">
        <pc:chgData name="gladiesathisayam@gmail.com" userId="000f695ca613efac" providerId="LiveId" clId="{C30A280F-7FA7-4237-AFD2-C8E4B638BF2F}" dt="2026-07-22T17:17:28.574" v="433" actId="478"/>
        <pc:sldMkLst>
          <pc:docMk/>
          <pc:sldMk cId="0" sldId="260"/>
        </pc:sldMkLst>
        <pc:spChg chg="del">
          <ac:chgData name="gladiesathisayam@gmail.com" userId="000f695ca613efac" providerId="LiveId" clId="{C30A280F-7FA7-4237-AFD2-C8E4B638BF2F}" dt="2026-07-22T17:15:10.537" v="411" actId="478"/>
          <ac:spMkLst>
            <pc:docMk/>
            <pc:sldMk cId="0" sldId="260"/>
            <ac:spMk id="2" creationId="{00000000-0000-0000-0000-000000000000}"/>
          </ac:spMkLst>
        </pc:spChg>
        <pc:spChg chg="del">
          <ac:chgData name="gladiesathisayam@gmail.com" userId="000f695ca613efac" providerId="LiveId" clId="{C30A280F-7FA7-4237-AFD2-C8E4B638BF2F}" dt="2026-07-22T17:15:07.358" v="410" actId="478"/>
          <ac:spMkLst>
            <pc:docMk/>
            <pc:sldMk cId="0" sldId="260"/>
            <ac:spMk id="4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15:02.445" v="409" actId="404"/>
          <ac:spMkLst>
            <pc:docMk/>
            <pc:sldMk cId="0" sldId="260"/>
            <ac:spMk id="6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17:22.820" v="432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16:23.136" v="419" actId="403"/>
          <ac:spMkLst>
            <pc:docMk/>
            <pc:sldMk cId="0" sldId="260"/>
            <ac:spMk id="8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17:05.346" v="428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17:01.296" v="427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16:50.614" v="425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16:56.351" v="426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16:05.112" v="415" actId="403"/>
          <ac:spMkLst>
            <pc:docMk/>
            <pc:sldMk cId="0" sldId="260"/>
            <ac:spMk id="22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16:11.370" v="417" actId="403"/>
          <ac:spMkLst>
            <pc:docMk/>
            <pc:sldMk cId="0" sldId="260"/>
            <ac:spMk id="24" creationId="{00000000-0000-0000-0000-000000000000}"/>
          </ac:spMkLst>
        </pc:spChg>
        <pc:spChg chg="del">
          <ac:chgData name="gladiesathisayam@gmail.com" userId="000f695ca613efac" providerId="LiveId" clId="{C30A280F-7FA7-4237-AFD2-C8E4B638BF2F}" dt="2026-07-22T17:17:28.574" v="433" actId="478"/>
          <ac:spMkLst>
            <pc:docMk/>
            <pc:sldMk cId="0" sldId="260"/>
            <ac:spMk id="25" creationId="{00000000-0000-0000-0000-000000000000}"/>
          </ac:spMkLst>
        </pc:spChg>
      </pc:sldChg>
      <pc:sldChg chg="delSp mod setBg">
        <pc:chgData name="gladiesathisayam@gmail.com" userId="000f695ca613efac" providerId="LiveId" clId="{C30A280F-7FA7-4237-AFD2-C8E4B638BF2F}" dt="2026-07-23T02:53:18.812" v="534" actId="478"/>
        <pc:sldMkLst>
          <pc:docMk/>
          <pc:sldMk cId="0" sldId="261"/>
        </pc:sldMkLst>
        <pc:spChg chg="del">
          <ac:chgData name="gladiesathisayam@gmail.com" userId="000f695ca613efac" providerId="LiveId" clId="{C30A280F-7FA7-4237-AFD2-C8E4B638BF2F}" dt="2026-07-22T17:19:47.240" v="443" actId="478"/>
          <ac:spMkLst>
            <pc:docMk/>
            <pc:sldMk cId="0" sldId="261"/>
            <ac:spMk id="2" creationId="{00000000-0000-0000-0000-000000000000}"/>
          </ac:spMkLst>
        </pc:spChg>
        <pc:spChg chg="del">
          <ac:chgData name="gladiesathisayam@gmail.com" userId="000f695ca613efac" providerId="LiveId" clId="{C30A280F-7FA7-4237-AFD2-C8E4B638BF2F}" dt="2026-07-23T02:53:18.812" v="534" actId="478"/>
          <ac:spMkLst>
            <pc:docMk/>
            <pc:sldMk cId="0" sldId="261"/>
            <ac:spMk id="4" creationId="{00000000-0000-0000-0000-000000000000}"/>
          </ac:spMkLst>
        </pc:spChg>
        <pc:spChg chg="del">
          <ac:chgData name="gladiesathisayam@gmail.com" userId="000f695ca613efac" providerId="LiveId" clId="{C30A280F-7FA7-4237-AFD2-C8E4B638BF2F}" dt="2026-07-23T02:42:47.434" v="533" actId="478"/>
          <ac:spMkLst>
            <pc:docMk/>
            <pc:sldMk cId="0" sldId="261"/>
            <ac:spMk id="38" creationId="{00000000-0000-0000-0000-000000000000}"/>
          </ac:spMkLst>
        </pc:spChg>
      </pc:sldChg>
      <pc:sldChg chg="modSp mod ord setBg">
        <pc:chgData name="gladiesathisayam@gmail.com" userId="000f695ca613efac" providerId="LiveId" clId="{C30A280F-7FA7-4237-AFD2-C8E4B638BF2F}" dt="2026-07-22T17:18:26.303" v="442" actId="207"/>
        <pc:sldMkLst>
          <pc:docMk/>
          <pc:sldMk cId="0" sldId="262"/>
        </pc:sldMkLst>
        <pc:spChg chg="mod">
          <ac:chgData name="gladiesathisayam@gmail.com" userId="000f695ca613efac" providerId="LiveId" clId="{C30A280F-7FA7-4237-AFD2-C8E4B638BF2F}" dt="2026-07-22T17:17:49.477" v="436" actId="207"/>
          <ac:spMkLst>
            <pc:docMk/>
            <pc:sldMk cId="0" sldId="262"/>
            <ac:spMk id="2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17:54.881" v="437" actId="207"/>
          <ac:spMkLst>
            <pc:docMk/>
            <pc:sldMk cId="0" sldId="262"/>
            <ac:spMk id="3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18:18.724" v="441" actId="403"/>
          <ac:spMkLst>
            <pc:docMk/>
            <pc:sldMk cId="0" sldId="262"/>
            <ac:spMk id="4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18:05.279" v="438" actId="207"/>
          <ac:spMkLst>
            <pc:docMk/>
            <pc:sldMk cId="0" sldId="262"/>
            <ac:spMk id="5" creationId="{00000000-0000-0000-0000-000000000000}"/>
          </ac:spMkLst>
        </pc:spChg>
        <pc:spChg chg="mod">
          <ac:chgData name="gladiesathisayam@gmail.com" userId="000f695ca613efac" providerId="LiveId" clId="{C30A280F-7FA7-4237-AFD2-C8E4B638BF2F}" dt="2026-07-22T17:18:26.303" v="442" actId="207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new mod setBg">
        <pc:chgData name="gladiesathisayam@gmail.com" userId="000f695ca613efac" providerId="LiveId" clId="{C30A280F-7FA7-4237-AFD2-C8E4B638BF2F}" dt="2026-07-23T04:43:46.658" v="543" actId="1076"/>
        <pc:sldMkLst>
          <pc:docMk/>
          <pc:sldMk cId="3729924278" sldId="263"/>
        </pc:sldMkLst>
        <pc:spChg chg="add del mod ord">
          <ac:chgData name="gladiesathisayam@gmail.com" userId="000f695ca613efac" providerId="LiveId" clId="{C30A280F-7FA7-4237-AFD2-C8E4B638BF2F}" dt="2026-07-22T18:15:45.612" v="531" actId="1076"/>
          <ac:spMkLst>
            <pc:docMk/>
            <pc:sldMk cId="3729924278" sldId="263"/>
            <ac:spMk id="2" creationId="{6F4C6880-8298-AEF6-82C6-E0CBB65CAE2F}"/>
          </ac:spMkLst>
        </pc:spChg>
        <pc:picChg chg="add del mod">
          <ac:chgData name="gladiesathisayam@gmail.com" userId="000f695ca613efac" providerId="LiveId" clId="{C30A280F-7FA7-4237-AFD2-C8E4B638BF2F}" dt="2026-07-22T17:30:05.916" v="505" actId="478"/>
          <ac:picMkLst>
            <pc:docMk/>
            <pc:sldMk cId="3729924278" sldId="263"/>
            <ac:picMk id="3" creationId="{910354CE-8F8F-A2EA-A29A-C15A62D1405B}"/>
          </ac:picMkLst>
        </pc:picChg>
        <pc:picChg chg="add del mod">
          <ac:chgData name="gladiesathisayam@gmail.com" userId="000f695ca613efac" providerId="LiveId" clId="{C30A280F-7FA7-4237-AFD2-C8E4B638BF2F}" dt="2026-07-22T17:30:23.206" v="509" actId="478"/>
          <ac:picMkLst>
            <pc:docMk/>
            <pc:sldMk cId="3729924278" sldId="263"/>
            <ac:picMk id="5" creationId="{341E98DF-95CA-CC4B-FA9E-C99AAD70805C}"/>
          </ac:picMkLst>
        </pc:picChg>
        <pc:picChg chg="add mod">
          <ac:chgData name="gladiesathisayam@gmail.com" userId="000f695ca613efac" providerId="LiveId" clId="{C30A280F-7FA7-4237-AFD2-C8E4B638BF2F}" dt="2026-07-23T04:43:46.658" v="543" actId="1076"/>
          <ac:picMkLst>
            <pc:docMk/>
            <pc:sldMk cId="3729924278" sldId="263"/>
            <ac:picMk id="6" creationId="{290C6634-0053-83AE-FF55-8AF577E2670A}"/>
          </ac:picMkLst>
        </pc:picChg>
      </pc:sldChg>
      <pc:sldChg chg="new del">
        <pc:chgData name="gladiesathisayam@gmail.com" userId="000f695ca613efac" providerId="LiveId" clId="{C30A280F-7FA7-4237-AFD2-C8E4B638BF2F}" dt="2026-07-22T17:21:38.841" v="487" actId="47"/>
        <pc:sldMkLst>
          <pc:docMk/>
          <pc:sldMk cId="2938749485" sldId="264"/>
        </pc:sldMkLst>
      </pc:sldChg>
      <pc:sldMasterChg chg="setBg modSldLayout">
        <pc:chgData name="gladiesathisayam@gmail.com" userId="000f695ca613efac" providerId="LiveId" clId="{C30A280F-7FA7-4237-AFD2-C8E4B638BF2F}" dt="2026-07-22T17:01:24.423" v="215"/>
        <pc:sldMasterMkLst>
          <pc:docMk/>
          <pc:sldMasterMk cId="2960215887" sldId="2147483701"/>
        </pc:sldMasterMkLst>
        <pc:sldLayoutChg chg="setBg">
          <pc:chgData name="gladiesathisayam@gmail.com" userId="000f695ca613efac" providerId="LiveId" clId="{C30A280F-7FA7-4237-AFD2-C8E4B638BF2F}" dt="2026-07-22T17:01:24.423" v="215"/>
          <pc:sldLayoutMkLst>
            <pc:docMk/>
            <pc:sldMasterMk cId="2960215887" sldId="2147483701"/>
            <pc:sldLayoutMk cId="2538170752" sldId="2147483702"/>
          </pc:sldLayoutMkLst>
        </pc:sldLayoutChg>
        <pc:sldLayoutChg chg="setBg">
          <pc:chgData name="gladiesathisayam@gmail.com" userId="000f695ca613efac" providerId="LiveId" clId="{C30A280F-7FA7-4237-AFD2-C8E4B638BF2F}" dt="2026-07-22T17:01:24.423" v="215"/>
          <pc:sldLayoutMkLst>
            <pc:docMk/>
            <pc:sldMasterMk cId="2960215887" sldId="2147483701"/>
            <pc:sldLayoutMk cId="3079753316" sldId="2147483703"/>
          </pc:sldLayoutMkLst>
        </pc:sldLayoutChg>
        <pc:sldLayoutChg chg="setBg">
          <pc:chgData name="gladiesathisayam@gmail.com" userId="000f695ca613efac" providerId="LiveId" clId="{C30A280F-7FA7-4237-AFD2-C8E4B638BF2F}" dt="2026-07-22T17:01:24.423" v="215"/>
          <pc:sldLayoutMkLst>
            <pc:docMk/>
            <pc:sldMasterMk cId="2960215887" sldId="2147483701"/>
            <pc:sldLayoutMk cId="3447473099" sldId="2147483704"/>
          </pc:sldLayoutMkLst>
        </pc:sldLayoutChg>
        <pc:sldLayoutChg chg="setBg">
          <pc:chgData name="gladiesathisayam@gmail.com" userId="000f695ca613efac" providerId="LiveId" clId="{C30A280F-7FA7-4237-AFD2-C8E4B638BF2F}" dt="2026-07-22T17:01:24.423" v="215"/>
          <pc:sldLayoutMkLst>
            <pc:docMk/>
            <pc:sldMasterMk cId="2960215887" sldId="2147483701"/>
            <pc:sldLayoutMk cId="3205054809" sldId="2147483705"/>
          </pc:sldLayoutMkLst>
        </pc:sldLayoutChg>
        <pc:sldLayoutChg chg="setBg">
          <pc:chgData name="gladiesathisayam@gmail.com" userId="000f695ca613efac" providerId="LiveId" clId="{C30A280F-7FA7-4237-AFD2-C8E4B638BF2F}" dt="2026-07-22T17:01:24.423" v="215"/>
          <pc:sldLayoutMkLst>
            <pc:docMk/>
            <pc:sldMasterMk cId="2960215887" sldId="2147483701"/>
            <pc:sldLayoutMk cId="824961439" sldId="2147483706"/>
          </pc:sldLayoutMkLst>
        </pc:sldLayoutChg>
        <pc:sldLayoutChg chg="setBg">
          <pc:chgData name="gladiesathisayam@gmail.com" userId="000f695ca613efac" providerId="LiveId" clId="{C30A280F-7FA7-4237-AFD2-C8E4B638BF2F}" dt="2026-07-22T17:01:24.423" v="215"/>
          <pc:sldLayoutMkLst>
            <pc:docMk/>
            <pc:sldMasterMk cId="2960215887" sldId="2147483701"/>
            <pc:sldLayoutMk cId="1201205819" sldId="2147483707"/>
          </pc:sldLayoutMkLst>
        </pc:sldLayoutChg>
        <pc:sldLayoutChg chg="setBg">
          <pc:chgData name="gladiesathisayam@gmail.com" userId="000f695ca613efac" providerId="LiveId" clId="{C30A280F-7FA7-4237-AFD2-C8E4B638BF2F}" dt="2026-07-22T17:01:24.423" v="215"/>
          <pc:sldLayoutMkLst>
            <pc:docMk/>
            <pc:sldMasterMk cId="2960215887" sldId="2147483701"/>
            <pc:sldLayoutMk cId="1549926359" sldId="2147483708"/>
          </pc:sldLayoutMkLst>
        </pc:sldLayoutChg>
        <pc:sldLayoutChg chg="setBg">
          <pc:chgData name="gladiesathisayam@gmail.com" userId="000f695ca613efac" providerId="LiveId" clId="{C30A280F-7FA7-4237-AFD2-C8E4B638BF2F}" dt="2026-07-22T17:01:24.423" v="215"/>
          <pc:sldLayoutMkLst>
            <pc:docMk/>
            <pc:sldMasterMk cId="2960215887" sldId="2147483701"/>
            <pc:sldLayoutMk cId="2780144973" sldId="2147483709"/>
          </pc:sldLayoutMkLst>
        </pc:sldLayoutChg>
        <pc:sldLayoutChg chg="setBg">
          <pc:chgData name="gladiesathisayam@gmail.com" userId="000f695ca613efac" providerId="LiveId" clId="{C30A280F-7FA7-4237-AFD2-C8E4B638BF2F}" dt="2026-07-22T17:01:24.423" v="215"/>
          <pc:sldLayoutMkLst>
            <pc:docMk/>
            <pc:sldMasterMk cId="2960215887" sldId="2147483701"/>
            <pc:sldLayoutMk cId="2944583040" sldId="2147483710"/>
          </pc:sldLayoutMkLst>
        </pc:sldLayoutChg>
        <pc:sldLayoutChg chg="setBg">
          <pc:chgData name="gladiesathisayam@gmail.com" userId="000f695ca613efac" providerId="LiveId" clId="{C30A280F-7FA7-4237-AFD2-C8E4B638BF2F}" dt="2026-07-22T17:01:24.423" v="215"/>
          <pc:sldLayoutMkLst>
            <pc:docMk/>
            <pc:sldMasterMk cId="2960215887" sldId="2147483701"/>
            <pc:sldLayoutMk cId="3368739380" sldId="2147483711"/>
          </pc:sldLayoutMkLst>
        </pc:sldLayoutChg>
        <pc:sldLayoutChg chg="setBg">
          <pc:chgData name="gladiesathisayam@gmail.com" userId="000f695ca613efac" providerId="LiveId" clId="{C30A280F-7FA7-4237-AFD2-C8E4B638BF2F}" dt="2026-07-22T17:01:24.423" v="215"/>
          <pc:sldLayoutMkLst>
            <pc:docMk/>
            <pc:sldMasterMk cId="2960215887" sldId="2147483701"/>
            <pc:sldLayoutMk cId="3677771622" sldId="2147483712"/>
          </pc:sldLayoutMkLst>
        </pc:sldLayoutChg>
        <pc:sldLayoutChg chg="setBg">
          <pc:chgData name="gladiesathisayam@gmail.com" userId="000f695ca613efac" providerId="LiveId" clId="{C30A280F-7FA7-4237-AFD2-C8E4B638BF2F}" dt="2026-07-22T17:01:24.423" v="215"/>
          <pc:sldLayoutMkLst>
            <pc:docMk/>
            <pc:sldMasterMk cId="2960215887" sldId="2147483701"/>
            <pc:sldLayoutMk cId="2141310924" sldId="2147483713"/>
          </pc:sldLayoutMkLst>
        </pc:sldLayoutChg>
        <pc:sldLayoutChg chg="setBg">
          <pc:chgData name="gladiesathisayam@gmail.com" userId="000f695ca613efac" providerId="LiveId" clId="{C30A280F-7FA7-4237-AFD2-C8E4B638BF2F}" dt="2026-07-22T17:01:24.423" v="215"/>
          <pc:sldLayoutMkLst>
            <pc:docMk/>
            <pc:sldMasterMk cId="2960215887" sldId="2147483701"/>
            <pc:sldLayoutMk cId="3895722278" sldId="2147483714"/>
          </pc:sldLayoutMkLst>
        </pc:sldLayoutChg>
        <pc:sldLayoutChg chg="setBg">
          <pc:chgData name="gladiesathisayam@gmail.com" userId="000f695ca613efac" providerId="LiveId" clId="{C30A280F-7FA7-4237-AFD2-C8E4B638BF2F}" dt="2026-07-22T17:01:24.423" v="215"/>
          <pc:sldLayoutMkLst>
            <pc:docMk/>
            <pc:sldMasterMk cId="2960215887" sldId="2147483701"/>
            <pc:sldLayoutMk cId="280100501" sldId="2147483715"/>
          </pc:sldLayoutMkLst>
        </pc:sldLayoutChg>
        <pc:sldLayoutChg chg="setBg">
          <pc:chgData name="gladiesathisayam@gmail.com" userId="000f695ca613efac" providerId="LiveId" clId="{C30A280F-7FA7-4237-AFD2-C8E4B638BF2F}" dt="2026-07-22T17:01:24.423" v="215"/>
          <pc:sldLayoutMkLst>
            <pc:docMk/>
            <pc:sldMasterMk cId="2960215887" sldId="2147483701"/>
            <pc:sldLayoutMk cId="208044979" sldId="2147483716"/>
          </pc:sldLayoutMkLst>
        </pc:sldLayoutChg>
        <pc:sldLayoutChg chg="setBg">
          <pc:chgData name="gladiesathisayam@gmail.com" userId="000f695ca613efac" providerId="LiveId" clId="{C30A280F-7FA7-4237-AFD2-C8E4B638BF2F}" dt="2026-07-22T17:01:24.423" v="215"/>
          <pc:sldLayoutMkLst>
            <pc:docMk/>
            <pc:sldMasterMk cId="2960215887" sldId="2147483701"/>
            <pc:sldLayoutMk cId="3090968866" sldId="2147483717"/>
          </pc:sldLayoutMkLst>
        </pc:sldLayoutChg>
        <pc:sldLayoutChg chg="setBg">
          <pc:chgData name="gladiesathisayam@gmail.com" userId="000f695ca613efac" providerId="LiveId" clId="{C30A280F-7FA7-4237-AFD2-C8E4B638BF2F}" dt="2026-07-22T17:01:24.423" v="215"/>
          <pc:sldLayoutMkLst>
            <pc:docMk/>
            <pc:sldMasterMk cId="2960215887" sldId="2147483701"/>
            <pc:sldLayoutMk cId="2387483171" sldId="2147483718"/>
          </pc:sldLayoutMkLst>
        </pc:sldLayoutChg>
        <pc:sldLayoutChg chg="setBg">
          <pc:chgData name="gladiesathisayam@gmail.com" userId="000f695ca613efac" providerId="LiveId" clId="{C30A280F-7FA7-4237-AFD2-C8E4B638BF2F}" dt="2026-07-22T17:01:24.423" v="215"/>
          <pc:sldLayoutMkLst>
            <pc:docMk/>
            <pc:sldMasterMk cId="2960215887" sldId="2147483701"/>
            <pc:sldLayoutMk cId="1555935083" sldId="214748371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05D0F-3A55-4449-A20E-EF476C858AD2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3145AB-3B3D-A947-AEB8-E0CE222F0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31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90F9D95-90DB-471E-8840-F18D3A55CC4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90253B2-934B-48F7-9D4B-83DE46827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17075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9D95-90DB-471E-8840-F18D3A55CC4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53B2-934B-48F7-9D4B-83DE46827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75331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9D95-90DB-471E-8840-F18D3A55CC4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53B2-934B-48F7-9D4B-83DE46827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47309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9D95-90DB-471E-8840-F18D3A55CC4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53B2-934B-48F7-9D4B-83DE46827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0548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9D95-90DB-471E-8840-F18D3A55CC4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53B2-934B-48F7-9D4B-83DE46827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9614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9D95-90DB-471E-8840-F18D3A55CC4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53B2-934B-48F7-9D4B-83DE46827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20581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9D95-90DB-471E-8840-F18D3A55CC4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53B2-934B-48F7-9D4B-83DE46827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2635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9D95-90DB-471E-8840-F18D3A55CC4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53B2-934B-48F7-9D4B-83DE46827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14497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9D95-90DB-471E-8840-F18D3A55CC4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53B2-934B-48F7-9D4B-83DE46827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58304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9D95-90DB-471E-8840-F18D3A55CC4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53B2-934B-48F7-9D4B-83DE46827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73938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9D95-90DB-471E-8840-F18D3A55CC4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53B2-934B-48F7-9D4B-83DE46827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7716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9D95-90DB-471E-8840-F18D3A55CC4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53B2-934B-48F7-9D4B-83DE468270C7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131092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9D95-90DB-471E-8840-F18D3A55CC4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53B2-934B-48F7-9D4B-83DE46827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72227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9D95-90DB-471E-8840-F18D3A55CC4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53B2-934B-48F7-9D4B-83DE46827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0050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9D95-90DB-471E-8840-F18D3A55CC4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53B2-934B-48F7-9D4B-83DE46827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4497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9D95-90DB-471E-8840-F18D3A55CC4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53B2-934B-48F7-9D4B-83DE46827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96886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9D95-90DB-471E-8840-F18D3A55CC4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253B2-934B-48F7-9D4B-83DE46827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48317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935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F9D95-90DB-471E-8840-F18D3A55CC48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253B2-934B-48F7-9D4B-83DE46827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2158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60">
            <a:alpha val="9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188720"/>
            <a:ext cx="23774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1060704"/>
            <a:ext cx="256032" cy="256032"/>
          </a:xfrm>
          <a:prstGeom prst="diamond">
            <a:avLst/>
          </a:prstGeom>
          <a:solidFill>
            <a:srgbClr val="1E2761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09960" y="1060704"/>
            <a:ext cx="256032" cy="256032"/>
          </a:xfrm>
          <a:prstGeom prst="ellipse">
            <a:avLst/>
          </a:prstGeom>
          <a:solidFill>
            <a:srgbClr val="E8A93D"/>
          </a:solidFill>
          <a:ln w="12700">
            <a:solidFill>
              <a:srgbClr val="E8A9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48000" y="1593437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>
                <a:solidFill>
                  <a:srgbClr val="E8A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CSA1109-OBJECT-ORIENTED ANALYSIS &amp; DESIGN</a:t>
            </a: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Among Objects</a:t>
            </a:r>
            <a:endParaRPr lang="en-US" sz="440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(Association  •  Aggregation  •  Composition)</a:t>
            </a:r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1362781" y="4827839"/>
            <a:ext cx="2011680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1F7562-B74E-70AD-50D7-3AB145119172}"/>
              </a:ext>
            </a:extLst>
          </p:cNvPr>
          <p:cNvSpPr txBox="1"/>
          <p:nvPr/>
        </p:nvSpPr>
        <p:spPr>
          <a:xfrm>
            <a:off x="8548018" y="5093314"/>
            <a:ext cx="19234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/>
              <a:t>PRESENTED BY:</a:t>
            </a:r>
          </a:p>
          <a:p>
            <a:pPr algn="ctr"/>
            <a:r>
              <a:rPr lang="en-IN" sz="2000"/>
              <a:t>GLADIES A</a:t>
            </a:r>
          </a:p>
          <a:p>
            <a:pPr algn="ctr"/>
            <a:r>
              <a:rPr lang="en-IN" sz="2000"/>
              <a:t>192520026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>
          <a:gsLst>
            <a:gs pos="0">
              <a:schemeClr val="tx1">
                <a:lumMod val="75000"/>
              </a:schemeClr>
            </a:gs>
            <a:gs pos="76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69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4400"/>
          </a:p>
        </p:txBody>
      </p:sp>
      <p:sp>
        <p:nvSpPr>
          <p:cNvPr id="3" name="Text 1"/>
          <p:cNvSpPr/>
          <p:nvPr/>
        </p:nvSpPr>
        <p:spPr>
          <a:xfrm>
            <a:off x="548640" y="905256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Object Relationships?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563880" y="15544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8090B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object-oriented design, classes rarely work alone. </a:t>
            </a: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relationship describes how one object connects to, holds, or depends on another</a:t>
            </a:r>
            <a:r>
              <a:rPr lang="en-US" sz="16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modeling that connection correctly is central to a good design.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relationships, in increasing order of strength:</a:t>
            </a:r>
            <a:endParaRPr lang="en-US" sz="1350"/>
          </a:p>
        </p:txBody>
      </p:sp>
      <p:sp>
        <p:nvSpPr>
          <p:cNvPr id="7" name="Shape 5"/>
          <p:cNvSpPr/>
          <p:nvPr/>
        </p:nvSpPr>
        <p:spPr>
          <a:xfrm>
            <a:off x="548640" y="3621024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8090B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3840480"/>
            <a:ext cx="502920" cy="502920"/>
          </a:xfrm>
          <a:prstGeom prst="ellipse">
            <a:avLst/>
          </a:prstGeom>
          <a:solidFill>
            <a:srgbClr val="3A4A9E"/>
          </a:solidFill>
          <a:ln w="12700">
            <a:solidFill>
              <a:srgbClr val="3A4A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1371600" y="3959352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Association</a:t>
            </a:r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891540" y="4750308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objects simply know about and use each other.</a:t>
            </a:r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25112" y="3611880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8090B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53712" y="3840480"/>
            <a:ext cx="502920" cy="502920"/>
          </a:xfrm>
          <a:prstGeom prst="ellipse">
            <a:avLst/>
          </a:prstGeom>
          <a:solidFill>
            <a:srgbClr val="2C3A85"/>
          </a:solidFill>
          <a:ln w="12700">
            <a:solidFill>
              <a:srgbClr val="2C3A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/>
          </a:p>
        </p:txBody>
      </p:sp>
      <p:sp>
        <p:nvSpPr>
          <p:cNvPr id="16" name="Text 14"/>
          <p:cNvSpPr/>
          <p:nvPr/>
        </p:nvSpPr>
        <p:spPr>
          <a:xfrm>
            <a:off x="5170932" y="393192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</a:t>
            </a:r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4668012" y="4695444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object holds others, which can still exist on their own.</a:t>
            </a:r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01584" y="3611880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8090B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30184" y="3840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0184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8947404" y="3954294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Composition</a:t>
            </a:r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8466760" y="4750308"/>
            <a:ext cx="30449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object owns others completely; parts die with the whole.</a:t>
            </a:r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77240" y="768096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Association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8090B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659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
</a:t>
            </a:r>
            <a:r>
              <a:rPr lang="en-US" sz="16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relationship where two independent objects interact or communicate, with no ownership between them. Each object can exist without the other.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548640" y="3593592"/>
            <a:ext cx="82296" cy="82296"/>
          </a:xfrm>
          <a:prstGeom prst="ellipse">
            <a:avLst/>
          </a:prstGeom>
          <a:solidFill>
            <a:srgbClr val="E8A93D"/>
          </a:solidFill>
          <a:ln w="12700">
            <a:solidFill>
              <a:srgbClr val="E8A9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44728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form of relationship between objects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548640" y="4050792"/>
            <a:ext cx="82296" cy="82296"/>
          </a:xfrm>
          <a:prstGeom prst="ellipse">
            <a:avLst/>
          </a:prstGeom>
          <a:solidFill>
            <a:srgbClr val="E8A93D"/>
          </a:solidFill>
          <a:ln w="12700">
            <a:solidFill>
              <a:srgbClr val="E8A9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90448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one-way (unidirectional) or two-way (bidirectional)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548640" y="4507992"/>
            <a:ext cx="82296" cy="82296"/>
          </a:xfrm>
          <a:prstGeom prst="ellipse">
            <a:avLst/>
          </a:prstGeom>
          <a:solidFill>
            <a:srgbClr val="E8A93D"/>
          </a:solidFill>
          <a:ln w="12700">
            <a:solidFill>
              <a:srgbClr val="E8A9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36168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lifecycle dependency — objects live independently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6355080" y="1828800"/>
            <a:ext cx="52578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Notation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8275320" y="2926080"/>
            <a:ext cx="146304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9482328" y="2807208"/>
            <a:ext cx="237744" cy="237744"/>
          </a:xfrm>
          <a:prstGeom prst="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265176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26517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9738360" y="265176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738360" y="26517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8275320" y="23591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6583680" y="3520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line with an open arrow — no diamond at either end.</a:t>
            </a:r>
            <a:endParaRPr lang="en-US" sz="1600" b="1"/>
          </a:p>
        </p:txBody>
      </p:sp>
      <p:sp>
        <p:nvSpPr>
          <p:cNvPr id="23" name="Shape 21"/>
          <p:cNvSpPr/>
          <p:nvPr/>
        </p:nvSpPr>
        <p:spPr>
          <a:xfrm>
            <a:off x="6583680" y="3977640"/>
            <a:ext cx="484632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416052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6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teaches Students. If the class ends, both the Teacher and Student objects continue to exist independently.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77240" y="754867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8090B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659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
</a:t>
            </a:r>
            <a:r>
              <a:rPr lang="en-IN" sz="1600">
                <a:solidFill>
                  <a:srgbClr val="002060"/>
                </a:solidFill>
              </a:rPr>
              <a:t>In this relationship, one object contains another object, but the child object can exist even if the parent object is removed. It represents weak ownership.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762000" y="3584448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in UML as a hollow (unfilled) diamond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42976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shared ownership — a part can belong to multiple wholes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4983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lifecycle — destroying the whole does not destroy the parts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5080" y="1828800"/>
            <a:ext cx="52578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Notation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8275320" y="2926080"/>
            <a:ext cx="146304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57032" y="2798064"/>
            <a:ext cx="256032" cy="256032"/>
          </a:xfrm>
          <a:prstGeom prst="diamond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265176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26517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9738360" y="265176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738360" y="26517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8275320" y="23591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6583680" y="3520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Hollow diamond sits on the whole (Department) end of the line.</a:t>
            </a:r>
            <a:endParaRPr lang="en-US" sz="1600" b="1"/>
          </a:p>
        </p:txBody>
      </p:sp>
      <p:sp>
        <p:nvSpPr>
          <p:cNvPr id="23" name="Shape 21"/>
          <p:cNvSpPr/>
          <p:nvPr/>
        </p:nvSpPr>
        <p:spPr>
          <a:xfrm>
            <a:off x="6583680" y="3977640"/>
            <a:ext cx="484632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416052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6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Department has Professors. If the department is dissolved, the professors still exist and can join another department.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Composition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8090B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659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None/>
            </a:pPr>
            <a:r>
              <a:rPr lang="en-US" sz="1600" b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
</a:t>
            </a:r>
            <a:r>
              <a:rPr lang="en-IN" sz="1600">
                <a:solidFill>
                  <a:srgbClr val="002060"/>
                </a:solidFill>
              </a:rPr>
              <a:t>Composition is the strongest relationship among the three. The child object cannot exist without the parent object. If the parent object is destroyed, the child object is also destroyed.</a:t>
            </a:r>
          </a:p>
          <a:p>
            <a:pPr>
              <a:lnSpc>
                <a:spcPct val="115000"/>
              </a:lnSpc>
            </a:pPr>
            <a:endParaRPr lang="en-US" sz="1300">
              <a:solidFill>
                <a:srgbClr val="002060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90954" y="3625061"/>
            <a:ext cx="82296" cy="82296"/>
          </a:xfrm>
          <a:prstGeom prst="ellipse">
            <a:avLst/>
          </a:prstGeom>
          <a:solidFill>
            <a:srgbClr val="E8A93D"/>
          </a:solidFill>
          <a:ln w="12700">
            <a:solidFill>
              <a:srgbClr val="E8A9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44728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in UML as a filled (solid) diamond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588717" y="4050792"/>
            <a:ext cx="82296" cy="82296"/>
          </a:xfrm>
          <a:prstGeom prst="ellipse">
            <a:avLst/>
          </a:prstGeom>
          <a:solidFill>
            <a:srgbClr val="E8A93D"/>
          </a:solidFill>
          <a:ln w="12700">
            <a:solidFill>
              <a:srgbClr val="E8A9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7720" y="395249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exclusive ownership — a part belongs to only one whole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595916" y="4555463"/>
            <a:ext cx="82296" cy="82296"/>
          </a:xfrm>
          <a:prstGeom prst="ellipse">
            <a:avLst/>
          </a:prstGeom>
          <a:solidFill>
            <a:srgbClr val="E8A93D"/>
          </a:solidFill>
          <a:ln w="12700">
            <a:solidFill>
              <a:srgbClr val="E8A9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402836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lifecycle — destroying the whole destroys its parts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6355080" y="1828800"/>
            <a:ext cx="52578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Notation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8275320" y="2926080"/>
            <a:ext cx="1463040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57032" y="2798064"/>
            <a:ext cx="256032" cy="256032"/>
          </a:xfrm>
          <a:prstGeom prst="diamond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265176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26517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</a:t>
            </a:r>
            <a:endParaRPr lang="en-US" sz="1300"/>
          </a:p>
        </p:txBody>
      </p:sp>
      <p:sp>
        <p:nvSpPr>
          <p:cNvPr id="19" name="Shape 17"/>
          <p:cNvSpPr/>
          <p:nvPr/>
        </p:nvSpPr>
        <p:spPr>
          <a:xfrm>
            <a:off x="9738360" y="265176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738360" y="26517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8275320" y="23591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6583680" y="3520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diamond sits on the whole (House) end of the line.</a:t>
            </a:r>
            <a:endParaRPr lang="en-US" sz="1600" b="1"/>
          </a:p>
        </p:txBody>
      </p:sp>
      <p:sp>
        <p:nvSpPr>
          <p:cNvPr id="23" name="Shape 21"/>
          <p:cNvSpPr/>
          <p:nvPr/>
        </p:nvSpPr>
        <p:spPr>
          <a:xfrm>
            <a:off x="6583680" y="3977640"/>
            <a:ext cx="484632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416052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6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House has Rooms. If the house is demolished, the rooms cease to exist — they cannot belong to a different house.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Three Relationships</a:t>
            </a:r>
            <a:endParaRPr lang="en-US" sz="2800">
              <a:solidFill>
                <a:srgbClr val="00206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coupling gets stronger, objects become more dependent on one another</a:t>
            </a:r>
            <a:endParaRPr lang="en-US" sz="1350">
              <a:solidFill>
                <a:srgbClr val="002060"/>
              </a:solidFill>
            </a:endParaRP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3200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8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8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9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Association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9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Aggregation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Composition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Uses-a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Has-a (weak)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Has-a (strong)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Ownership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Exclusive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Dependent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UML symbol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line / arrow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Hollow diamond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diamond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92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strength of relationship  →</a:t>
            </a:r>
            <a:endParaRPr lang="en-US" sz="1200">
              <a:solidFill>
                <a:srgbClr val="002060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3383280" y="5056632"/>
            <a:ext cx="7589520" cy="0"/>
          </a:xfrm>
          <a:prstGeom prst="line">
            <a:avLst/>
          </a:prstGeom>
          <a:noFill/>
          <a:ln w="25400">
            <a:solidFill>
              <a:srgbClr val="E8A93D"/>
            </a:solidFill>
            <a:prstDash val="solid"/>
            <a:tailEnd type="triangle"/>
          </a:ln>
        </p:spPr>
      </p:sp>
      <p:sp>
        <p:nvSpPr>
          <p:cNvPr id="7" name="Text 4"/>
          <p:cNvSpPr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Association  &lt;  Aggregation  &lt;  Composition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4" name="Text 5"/>
          <p:cNvSpPr/>
          <p:nvPr/>
        </p:nvSpPr>
        <p:spPr>
          <a:xfrm>
            <a:off x="54864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relationship shapes how objects are created, shared, and destroyed in a system.</a:t>
            </a:r>
            <a:endParaRPr lang="en-US" sz="16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in Software Design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02152" cy="416052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8090B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3502152" cy="566928"/>
          </a:xfrm>
          <a:prstGeom prst="rect">
            <a:avLst/>
          </a:prstGeom>
          <a:solidFill>
            <a:srgbClr val="3A4A9E"/>
          </a:solidFill>
          <a:ln w="12700">
            <a:solidFill>
              <a:srgbClr val="3A4A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3A4A9E"/>
          </a:solidFill>
          <a:ln w="12700">
            <a:solidFill>
              <a:srgbClr val="3A4A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57984"/>
            <a:ext cx="3502152" cy="283464"/>
          </a:xfrm>
          <a:prstGeom prst="rect">
            <a:avLst/>
          </a:prstGeom>
          <a:solidFill>
            <a:srgbClr val="3A4A9E"/>
          </a:solidFill>
          <a:ln w="12700">
            <a:solidFill>
              <a:srgbClr val="3A4A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74520"/>
            <a:ext cx="3044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Association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777240" y="2752344"/>
            <a:ext cx="82296" cy="82296"/>
          </a:xfrm>
          <a:prstGeom prst="ellipse">
            <a:avLst/>
          </a:prstGeom>
          <a:solidFill>
            <a:srgbClr val="E8A93D"/>
          </a:solidFill>
          <a:ln w="12700">
            <a:solidFill>
              <a:srgbClr val="E8A9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587752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listeners — a Button notifies a Listener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777240" y="3803904"/>
            <a:ext cx="82296" cy="82296"/>
          </a:xfrm>
          <a:prstGeom prst="ellipse">
            <a:avLst/>
          </a:prstGeom>
          <a:solidFill>
            <a:srgbClr val="E8A93D"/>
          </a:solidFill>
          <a:ln w="12700">
            <a:solidFill>
              <a:srgbClr val="E8A9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639312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calls — an OrderService uses a PaymentGateway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777240" y="4855464"/>
            <a:ext cx="82296" cy="82296"/>
          </a:xfrm>
          <a:prstGeom prst="ellipse">
            <a:avLst/>
          </a:prstGeom>
          <a:solidFill>
            <a:srgbClr val="E8A93D"/>
          </a:solidFill>
          <a:ln w="12700">
            <a:solidFill>
              <a:srgbClr val="E8A9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4690872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pattern — Subject notifies Observers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4325112" y="1874520"/>
            <a:ext cx="3502152" cy="416052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8090B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25112" y="1874520"/>
            <a:ext cx="3502152" cy="566928"/>
          </a:xfrm>
          <a:prstGeom prst="rect">
            <a:avLst/>
          </a:prstGeom>
          <a:solidFill>
            <a:srgbClr val="2C3A85"/>
          </a:solidFill>
          <a:ln w="12700">
            <a:solidFill>
              <a:srgbClr val="2C3A8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25112" y="187452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2C3A85"/>
          </a:solidFill>
          <a:ln w="12700">
            <a:solidFill>
              <a:srgbClr val="2C3A8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25112" y="2157984"/>
            <a:ext cx="3502152" cy="283464"/>
          </a:xfrm>
          <a:prstGeom prst="rect">
            <a:avLst/>
          </a:prstGeom>
          <a:solidFill>
            <a:srgbClr val="2C3A85"/>
          </a:solidFill>
          <a:ln w="12700">
            <a:solidFill>
              <a:srgbClr val="2C3A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53712" y="1874520"/>
            <a:ext cx="3044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4553712" y="2752344"/>
            <a:ext cx="82296" cy="82296"/>
          </a:xfrm>
          <a:prstGeom prst="ellipse">
            <a:avLst/>
          </a:prstGeom>
          <a:solidFill>
            <a:srgbClr val="E8A93D"/>
          </a:solidFill>
          <a:ln w="12700">
            <a:solidFill>
              <a:srgbClr val="E8A9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4024" y="2587752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Playlist holding Songs shared across playlists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4553712" y="3803904"/>
            <a:ext cx="82296" cy="82296"/>
          </a:xfrm>
          <a:prstGeom prst="ellipse">
            <a:avLst/>
          </a:prstGeom>
          <a:solidFill>
            <a:srgbClr val="E8A93D"/>
          </a:solidFill>
          <a:ln w="12700">
            <a:solidFill>
              <a:srgbClr val="E8A9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64024" y="3639312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shopping Cart holding Product references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4553712" y="4855464"/>
            <a:ext cx="82296" cy="82296"/>
          </a:xfrm>
          <a:prstGeom prst="ellipse">
            <a:avLst/>
          </a:prstGeom>
          <a:solidFill>
            <a:srgbClr val="E8A93D"/>
          </a:solidFill>
          <a:ln w="12700">
            <a:solidFill>
              <a:srgbClr val="E8A9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64024" y="4690872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roster holding Player objects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8101584" y="1874520"/>
            <a:ext cx="3502152" cy="416052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blurRad="76200" dist="25400" dir="5400000" algn="bl" rotWithShape="0">
              <a:srgbClr val="8090B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01584" y="1874520"/>
            <a:ext cx="3502152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01584" y="187452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01584" y="2157984"/>
            <a:ext cx="3502152" cy="2834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0184" y="1874520"/>
            <a:ext cx="3044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Composition</a:t>
            </a:r>
            <a:endParaRPr lang="en-US" sz="1600"/>
          </a:p>
        </p:txBody>
      </p:sp>
      <p:sp>
        <p:nvSpPr>
          <p:cNvPr id="32" name="Shape 30"/>
          <p:cNvSpPr/>
          <p:nvPr/>
        </p:nvSpPr>
        <p:spPr>
          <a:xfrm>
            <a:off x="8330184" y="2752344"/>
            <a:ext cx="82296" cy="82296"/>
          </a:xfrm>
          <a:prstGeom prst="ellipse">
            <a:avLst/>
          </a:prstGeom>
          <a:solidFill>
            <a:srgbClr val="E8A93D"/>
          </a:solidFill>
          <a:ln w="12700">
            <a:solidFill>
              <a:srgbClr val="E8A9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40496" y="2587752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 Window owning its Buttons and Panels</a:t>
            </a:r>
            <a:endParaRPr lang="en-US" sz="1200"/>
          </a:p>
        </p:txBody>
      </p:sp>
      <p:sp>
        <p:nvSpPr>
          <p:cNvPr id="34" name="Shape 32"/>
          <p:cNvSpPr/>
          <p:nvPr/>
        </p:nvSpPr>
        <p:spPr>
          <a:xfrm>
            <a:off x="8330184" y="3803904"/>
            <a:ext cx="82296" cy="82296"/>
          </a:xfrm>
          <a:prstGeom prst="ellipse">
            <a:avLst/>
          </a:prstGeom>
          <a:solidFill>
            <a:srgbClr val="E8A93D"/>
          </a:solidFill>
          <a:ln w="12700">
            <a:solidFill>
              <a:srgbClr val="E8A9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40496" y="3639312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 owning its OrderLine items</a:t>
            </a:r>
            <a:endParaRPr lang="en-US" sz="1200"/>
          </a:p>
        </p:txBody>
      </p:sp>
      <p:sp>
        <p:nvSpPr>
          <p:cNvPr id="36" name="Shape 34"/>
          <p:cNvSpPr/>
          <p:nvPr/>
        </p:nvSpPr>
        <p:spPr>
          <a:xfrm>
            <a:off x="8330184" y="4855464"/>
            <a:ext cx="82296" cy="82296"/>
          </a:xfrm>
          <a:prstGeom prst="ellipse">
            <a:avLst/>
          </a:prstGeom>
          <a:solidFill>
            <a:srgbClr val="E8A93D"/>
          </a:solidFill>
          <a:ln w="12700">
            <a:solidFill>
              <a:srgbClr val="E8A9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40496" y="4690872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owning its Engine and Wheels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4C6880-8298-AEF6-82C6-E0CBB65CAE2F}"/>
              </a:ext>
            </a:extLst>
          </p:cNvPr>
          <p:cNvSpPr txBox="1"/>
          <p:nvPr/>
        </p:nvSpPr>
        <p:spPr>
          <a:xfrm>
            <a:off x="4775248" y="2865402"/>
            <a:ext cx="4776281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THANK YOU</a:t>
            </a:r>
            <a:endParaRPr lang="en-IN" sz="6600">
              <a:solidFill>
                <a:schemeClr val="bg1"/>
              </a:solidFill>
            </a:endParaRPr>
          </a:p>
        </p:txBody>
      </p:sp>
      <p:pic>
        <p:nvPicPr>
          <p:cNvPr id="6" name="Picture 5" descr="This may contain: a sheep with sunglasses and a backpack on it's back">
            <a:extLst>
              <a:ext uri="{FF2B5EF4-FFF2-40B4-BE49-F238E27FC236}">
                <a16:creationId xmlns:a16="http://schemas.microsoft.com/office/drawing/2014/main" id="{290C6634-0053-83AE-FF55-8AF577E26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867" y="1783086"/>
            <a:ext cx="3391381" cy="329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9242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0</TotalTime>
  <Words>581</Words>
  <Application>Microsoft Office PowerPoint</Application>
  <PresentationFormat>Widescreen</PresentationFormat>
  <Paragraphs>102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Cambria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gladiesathisayam@gmail.com</cp:lastModifiedBy>
  <cp:revision>1</cp:revision>
  <dcterms:created xsi:type="dcterms:W3CDTF">2026-07-22T07:47:35Z</dcterms:created>
  <dcterms:modified xsi:type="dcterms:W3CDTF">2026-07-23T04:43:55Z</dcterms:modified>
</cp:coreProperties>
</file>